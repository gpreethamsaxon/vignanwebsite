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5B388-3736-2075-7F19-B290451B11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930522-40F0-9740-BB43-1A47B68A1C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FB1271-570D-55D0-F638-101B2C88C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3F5F4-6C7C-4028-90CC-E8E88C234302}" type="datetimeFigureOut">
              <a:rPr lang="en-IN" smtClean="0"/>
              <a:t>18-09-2025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1D602-DF3D-7B33-1626-747C95BCA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124992-AE36-B7C1-86D0-EC5AE60C0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9E73-1EBD-4F90-BD17-581384B5B3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3484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90E1B-A4B6-833C-ACE1-3FACC2EF7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44E79-2D1C-72C1-FB10-A4DCCE2857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F74480-8930-7D09-03DC-6D28620A5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3F5F4-6C7C-4028-90CC-E8E88C234302}" type="datetimeFigureOut">
              <a:rPr lang="en-IN" smtClean="0"/>
              <a:t>18-09-2025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F52823-E51D-E087-D296-E185511E1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1B52B4-1555-49AD-0008-B03D156CB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9E73-1EBD-4F90-BD17-581384B5B3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301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E5E1B-8C8B-DF10-1C62-D3EFA0C15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E04DA2-5767-E3DE-72A2-2D4543AAD6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1F5D6-CCB4-C14D-0907-8A7CE0193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3F5F4-6C7C-4028-90CC-E8E88C234302}" type="datetimeFigureOut">
              <a:rPr lang="en-IN" smtClean="0"/>
              <a:t>18-09-2025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12F38F-1BC8-8A4A-C88C-4B9F38FC1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2D8BB3-B95A-009B-7422-1A974B805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9E73-1EBD-4F90-BD17-581384B5B3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0199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4CE59-7F31-4A8F-4D4E-645F0D5D0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148B2-9AC4-0262-852D-C30E089CC8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BB59F6-469F-5BC9-2DD5-B22FBB051D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592D4C-61A8-0B9A-4ECE-75A38FD83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3F5F4-6C7C-4028-90CC-E8E88C234302}" type="datetimeFigureOut">
              <a:rPr lang="en-IN" smtClean="0"/>
              <a:t>18-09-2025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293C8C-995C-9BF3-1FE6-85C5AF17B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E46F03-8F93-5E74-AD97-D458E28BD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9E73-1EBD-4F90-BD17-581384B5B3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6510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8866D-A207-9445-B193-A98C07593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C56EFC-EF27-3AB6-04AF-9479E712CC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0E23A8-A5EB-C84D-F2CB-0C1ADE95DA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B3844-C0B3-68D6-481E-537AB71C2D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C5BA2A-4014-340E-14E4-5C7D3AB68D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2EBFFD-FB54-8D95-9638-566051CDD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3F5F4-6C7C-4028-90CC-E8E88C234302}" type="datetimeFigureOut">
              <a:rPr lang="en-IN" smtClean="0"/>
              <a:t>18-09-2025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8A01F2-851E-89D8-29AE-188333325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05F6AC-97C0-F72F-36FE-E86ECD873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9E73-1EBD-4F90-BD17-581384B5B3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4163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5B0DF-01FD-2217-440D-8DEDB2F12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677327-EEDE-BC43-F7DE-2B9D43FBB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3F5F4-6C7C-4028-90CC-E8E88C234302}" type="datetimeFigureOut">
              <a:rPr lang="en-IN" smtClean="0"/>
              <a:t>18-09-2025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C7A159-72F3-DDB1-5290-55805626E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DBF6EE-F6AB-E3B7-23A8-6312B5088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9E73-1EBD-4F90-BD17-581384B5B3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8310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B0A8EA-DFF1-80E0-8348-882AE80A9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3F5F4-6C7C-4028-90CC-E8E88C234302}" type="datetimeFigureOut">
              <a:rPr lang="en-IN" smtClean="0"/>
              <a:t>18-09-2025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B0DBAC-25D5-9CA3-564F-8D5C8AC82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F96757-4D3B-B2FE-2E16-5CEA63696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9E73-1EBD-4F90-BD17-581384B5B3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3561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6DB14-D6A2-7A72-F92B-1A56A7C4C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75F88-527B-B45A-7E61-27B2630B6A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1F2E67-2088-1CD6-15D2-FB29131CEF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288D3A-9E46-58D4-301A-E2D2C9A7E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3F5F4-6C7C-4028-90CC-E8E88C234302}" type="datetimeFigureOut">
              <a:rPr lang="en-IN" smtClean="0"/>
              <a:t>18-09-2025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D51CB6-F312-DF38-B89F-2D66EC14A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4950CA-FBF2-9038-8561-9471AB7A3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9E73-1EBD-4F90-BD17-581384B5B3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4792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1579F-01BE-5027-7DE5-907D554F3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A9BC3B-4B09-8306-5EA3-06A9951F9A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918F16-0E92-AD49-686C-4CCCFC83DD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A6D46B-B65D-7BEB-DE4F-148CE07A9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3F5F4-6C7C-4028-90CC-E8E88C234302}" type="datetimeFigureOut">
              <a:rPr lang="en-IN" smtClean="0"/>
              <a:t>18-09-2025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EFE89D-B07A-AE95-4B88-F77E34EEF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977042-1FD5-2723-3F7C-188AB529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9E73-1EBD-4F90-BD17-581384B5B3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2614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6116E-12F7-2F99-BBB1-B907B81CE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55EF39-FBB9-FAAA-5762-B321A5A30E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CA73C5-F7D5-CFDD-6378-84BF5DD35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3F5F4-6C7C-4028-90CC-E8E88C234302}" type="datetimeFigureOut">
              <a:rPr lang="en-IN" smtClean="0"/>
              <a:t>18-09-2025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8AA95-A43D-DFCC-D003-17A973B4C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658030-DB6E-5E21-3222-24AC71379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9E73-1EBD-4F90-BD17-581384B5B3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0033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4E230B-4CB5-5B15-7421-FE7537945A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125B47-947A-BD9B-794A-FB093AC4F7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34871A-B21D-7DA8-1EC1-0A1AD8D3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3F5F4-6C7C-4028-90CC-E8E88C234302}" type="datetimeFigureOut">
              <a:rPr lang="en-IN" smtClean="0"/>
              <a:t>18-09-2025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07E78F-F436-D0DB-8D1B-D48E7712A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1AEA3-F05A-417C-E28A-807FA8100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F9E73-1EBD-4F90-BD17-581384B5B3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2742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1F86F6-C1FE-EEC4-CE27-E51B1DFAC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B79E57-52DC-53E4-3632-B426CA9CE6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8D0574-1B79-D7E1-755B-B9E18E2E07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13F5F4-6C7C-4028-90CC-E8E88C234302}" type="datetimeFigureOut">
              <a:rPr lang="en-IN" smtClean="0"/>
              <a:t>18-09-2025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867CF4-4ECD-467F-8109-8A2EEBB5A6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144CBE-C7F8-E4B7-7113-2984E768B3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6F9E73-1EBD-4F90-BD17-581384B5B3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672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9">
            <a:extLst>
              <a:ext uri="{FF2B5EF4-FFF2-40B4-BE49-F238E27FC236}">
                <a16:creationId xmlns:a16="http://schemas.microsoft.com/office/drawing/2014/main" id="{E7E2C590-2E86-647A-99F4-1AED8865BAAB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1107582"/>
            <a:ext cx="12191999" cy="549927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15239BF-89E4-66D0-9C34-EF7F77B9FB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1266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037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D6F44F07-497F-22A7-86ED-2865A21956DB}"/>
              </a:ext>
            </a:extLst>
          </p:cNvPr>
          <p:cNvGrpSpPr/>
          <p:nvPr/>
        </p:nvGrpSpPr>
        <p:grpSpPr>
          <a:xfrm>
            <a:off x="0" y="0"/>
            <a:ext cx="12192000" cy="6600422"/>
            <a:chOff x="0" y="0"/>
            <a:chExt cx="12192000" cy="660042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4930897-B530-D078-CB4F-90DC9A262F9C}"/>
                </a:ext>
              </a:extLst>
            </p:cNvPr>
            <p:cNvGrpSpPr/>
            <p:nvPr/>
          </p:nvGrpSpPr>
          <p:grpSpPr>
            <a:xfrm>
              <a:off x="3" y="1700011"/>
              <a:ext cx="12191997" cy="4900411"/>
              <a:chOff x="1" y="3103808"/>
              <a:chExt cx="12191997" cy="3754192"/>
            </a:xfrm>
          </p:grpSpPr>
          <p:pic>
            <p:nvPicPr>
              <p:cNvPr id="2" name="Image 20">
                <a:extLst>
                  <a:ext uri="{FF2B5EF4-FFF2-40B4-BE49-F238E27FC236}">
                    <a16:creationId xmlns:a16="http://schemas.microsoft.com/office/drawing/2014/main" id="{3B6F9D24-2547-5189-B3FB-401910508D97}"/>
                  </a:ext>
                </a:extLst>
              </p:cNvPr>
              <p:cNvPicPr>
                <a:picLocks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" y="3103808"/>
                <a:ext cx="4636394" cy="3754192"/>
              </a:xfrm>
              <a:prstGeom prst="rect">
                <a:avLst/>
              </a:prstGeom>
            </p:spPr>
          </p:pic>
          <p:pic>
            <p:nvPicPr>
              <p:cNvPr id="3" name="Image 21">
                <a:extLst>
                  <a:ext uri="{FF2B5EF4-FFF2-40B4-BE49-F238E27FC236}">
                    <a16:creationId xmlns:a16="http://schemas.microsoft.com/office/drawing/2014/main" id="{B659BD62-318A-1E5F-F0C7-C345DD9E1FF5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636395" y="3103808"/>
                <a:ext cx="3825025" cy="3754190"/>
              </a:xfrm>
              <a:prstGeom prst="rect">
                <a:avLst/>
              </a:prstGeom>
            </p:spPr>
          </p:pic>
          <p:pic>
            <p:nvPicPr>
              <p:cNvPr id="4" name="Image 22">
                <a:extLst>
                  <a:ext uri="{FF2B5EF4-FFF2-40B4-BE49-F238E27FC236}">
                    <a16:creationId xmlns:a16="http://schemas.microsoft.com/office/drawing/2014/main" id="{A56FED44-A1EE-0DF4-0C93-11520007D014}"/>
                  </a:ext>
                </a:extLst>
              </p:cNvPr>
              <p:cNvPicPr>
                <a:picLocks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8461419" y="3107026"/>
                <a:ext cx="3730579" cy="3750972"/>
              </a:xfrm>
              <a:prstGeom prst="rect">
                <a:avLst/>
              </a:prstGeom>
            </p:spPr>
          </p:pic>
        </p:grp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7B00AF4-ADCE-5E15-A808-9A4813F07D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17000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41980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10329-PC</dc:creator>
  <cp:lastModifiedBy>10329-PC</cp:lastModifiedBy>
  <cp:revision>1</cp:revision>
  <dcterms:created xsi:type="dcterms:W3CDTF">2025-09-18T03:13:06Z</dcterms:created>
  <dcterms:modified xsi:type="dcterms:W3CDTF">2025-09-18T03:17:58Z</dcterms:modified>
</cp:coreProperties>
</file>